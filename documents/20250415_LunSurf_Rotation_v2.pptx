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39"/>
    <p:restoredTop sz="94632"/>
  </p:normalViewPr>
  <p:slideViewPr>
    <p:cSldViewPr snapToGrid="0">
      <p:cViewPr varScale="1">
        <p:scale>
          <a:sx n="78" d="100"/>
          <a:sy n="78" d="100"/>
        </p:scale>
        <p:origin x="200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7168-F429-FD2B-AFF7-BC1F1ABF2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F2722-F291-726F-FDDB-20E8E65E8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0A939-0D38-56FA-E12E-7392C548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0682B-C8F2-7FD0-757E-EDAD32BA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B100C-CCE1-3757-E513-83C3F0D5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39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2004-CFF4-F7ED-FEE0-E88C2DE96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ABF99-1FB3-AAA2-C29B-A5379AC12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B199-730C-131D-C8E7-8EEA7804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42DCE-9F19-3170-6791-0A81C7E5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95A-BBE0-55D5-EEDB-A085EC88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2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E9E29-DEF5-9DF2-65B2-034DBEE7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D8E0C-F32F-7D13-9C45-44EC157DF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B7410-BFF4-C825-8F2D-B5F0930E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71504-222E-1310-2EB1-4A3332EC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D7F1-EA29-E847-8AB8-73623A62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6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83F9-105A-DA3F-3B61-25C3CA83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57F6A-4A2D-581A-A05D-FF653E126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6FBEF-9F59-FF02-2939-E0E7EADCE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3487A-15E3-E70D-C1DD-68FAF2CD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77C04-7A92-BC4E-1EB5-2278EAC8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7C51E-A734-ED19-13EA-8D478BEC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4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4469-6377-8958-432D-42000740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83C85-BEDA-AB36-5111-D7213C485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3AA88-94FD-8455-A002-E33E0BDB4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AE943-D9A5-4921-A8C3-9E8CE0098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46743-1776-2E86-4A25-F372A9D5A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8987A-7160-751B-8C64-69ED5A50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3B144-D1AF-3022-D1FC-9130DFB3D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698C1F-CECF-84F9-C35B-F8E562D4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5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8D57-12D2-5DC6-A491-E9603A23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5DB91F-68C1-0896-00A6-4AD6A5DD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90A8A-F7AE-DD4F-A8DD-A94EC609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34084-D4F5-7DD7-14D0-915539EF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4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79D18-9605-9E41-0105-6AA6D2390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13849-4ADB-BB43-BFE2-4EE0EEF8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6DE20-4F20-C2D2-36F0-E7123158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54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5674-F52D-62DF-6584-525E584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5ECD1-9C85-8AED-0554-87F5CC91D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1B549-48EF-4E5B-19CB-8BA55C23B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63A77-11F8-F716-AB3E-74478652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F0C9F-098C-B801-B976-968922876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8779D-6BCF-82C6-46E7-B4161C6CF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7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BC3D-2273-D78F-CE45-91B47D281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BD34E-2641-FFBE-DAFB-5D93B407A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B32C5-A3CF-A0B4-5854-5FF4C8BAF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D0542-1C25-D4DE-2818-1E1EF659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2F3D3-2B62-14E2-A631-894A0960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3BD6E-222A-3DDB-BF43-C2AE3141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35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524F-5027-1EE9-C0D0-46CBC3AC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57E86-3A06-AC59-3398-99F633DA5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9471-EDB3-AAAF-985B-5CBF3700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DB029-4329-1643-3585-8762A270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0F59D-E4C3-B436-6BFD-31C1D608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0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A573A-8B1F-0B3D-850F-C57D0971C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4AC90-B222-C2CD-6D36-9301E7899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795A1-DF1B-BFC5-48C4-DE63F034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B1B69-50E3-A070-AA8B-B27548778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8172D-E721-878D-C8F9-F75FE356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5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70B9F-2ABD-17E1-6F1D-895ADEAC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F700E-81DE-A168-D810-A3FCDC4D3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CFA2A-B2B7-B30F-0DC9-97BE06C71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8250E-DD7F-C248-847B-61D8C4BA540B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B8686-28DD-B4D4-29B8-3115DC908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DDD7A-020E-FD46-75A1-E7DF9B957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A1893-B466-754C-A642-69EDE1F0D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1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6D3A2E-6C94-5545-37E4-01C7069F6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909787"/>
            <a:ext cx="6034088" cy="4789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71DE14-31EC-C270-3D2C-9A8D03E37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69632" flipH="1">
            <a:off x="7500865" y="651732"/>
            <a:ext cx="3775148" cy="394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9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0903-FFBD-9E4D-869C-F6BC1354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1C4B5-FFFB-5416-A094-E257A8D77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43" y="1825625"/>
            <a:ext cx="1081495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math below rotates counterclockwise, so need to use negative angle or theta = -18.6deg</a:t>
            </a:r>
          </a:p>
          <a:p>
            <a:pPr marL="0" indent="0">
              <a:buNone/>
            </a:pPr>
            <a:r>
              <a:rPr lang="en-US" dirty="0" err="1"/>
              <a:t>Xtmp</a:t>
            </a:r>
            <a:r>
              <a:rPr lang="en-US" dirty="0"/>
              <a:t> = X*cos(theta)+Y*sin(theta)</a:t>
            </a:r>
          </a:p>
          <a:p>
            <a:pPr marL="0" indent="0">
              <a:buNone/>
            </a:pPr>
            <a:r>
              <a:rPr lang="en-US" dirty="0" err="1"/>
              <a:t>Ytmp</a:t>
            </a:r>
            <a:r>
              <a:rPr lang="en-US" dirty="0"/>
              <a:t> = -X*sin(theta)+Y*cos(theta)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create Ys, </a:t>
            </a:r>
            <a:r>
              <a:rPr lang="en-US" dirty="0" err="1"/>
              <a:t>Xs</a:t>
            </a:r>
            <a:r>
              <a:rPr lang="en-US" dirty="0"/>
              <a:t> where </a:t>
            </a:r>
            <a:r>
              <a:rPr lang="en-US" dirty="0" err="1"/>
              <a:t>Xs</a:t>
            </a:r>
            <a:r>
              <a:rPr lang="en-US" dirty="0"/>
              <a:t> is perpendicular to the lunar surface with +</a:t>
            </a:r>
            <a:r>
              <a:rPr lang="en-US" dirty="0" err="1"/>
              <a:t>Xs</a:t>
            </a:r>
            <a:r>
              <a:rPr lang="en-US" dirty="0"/>
              <a:t> being away from the surface and Ys is parallel to surface</a:t>
            </a:r>
          </a:p>
          <a:p>
            <a:pPr marL="0" indent="0">
              <a:buNone/>
            </a:pPr>
            <a:r>
              <a:rPr lang="en-US" dirty="0" err="1"/>
              <a:t>Xs</a:t>
            </a:r>
            <a:r>
              <a:rPr lang="en-US" dirty="0"/>
              <a:t> = -</a:t>
            </a:r>
            <a:r>
              <a:rPr lang="en-US" dirty="0" err="1"/>
              <a:t>Xtmp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Ys = -</a:t>
            </a:r>
            <a:r>
              <a:rPr lang="en-US" dirty="0" err="1"/>
              <a:t>Ytmp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303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82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Walsh, Brian</dc:creator>
  <cp:lastModifiedBy>Walsh, Brian</cp:lastModifiedBy>
  <cp:revision>5</cp:revision>
  <dcterms:created xsi:type="dcterms:W3CDTF">2025-04-25T17:50:09Z</dcterms:created>
  <dcterms:modified xsi:type="dcterms:W3CDTF">2025-04-25T18:20:01Z</dcterms:modified>
</cp:coreProperties>
</file>